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/>
  <p:sldIdLst>
    <p:sldId id="256" r:id="rId1"/>
    <p:sldId id="257" r:id="rId2"/>
    <p:sldId id="258" r:id="rId3"/>
    <p:sldId id="259" r:id="rId4"/>
  </p:sldIdLst>
  <p:sldSz cx="12192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rPr lang="zh-CN" sz="3600" b="1"/>
              <a:t>OmniDoc 桌面极速预览神器</a:t>
            </a:r>
          </a:p>
          <a:p>
            <a:r>
              <a:rPr lang="zh-CN" sz="2000"/>
              <a:t>2026 年度旗舰产品发布会 | 重新定义桌面文档体验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p>
            <a:r>
              <a:rPr lang="zh-CN" sz="1800"/>
              <a:t>• 轻量化革命：突破传统臃肿 Office 体积限制，安装包压缩至 12MB</a:t>
            </a:r>
          </a:p>
          <a:p>
            <a:r>
              <a:rPr lang="zh-CN" sz="1800"/>
              <a:t>• 瞬间秒开：采用 Rust 机器码直接驱动系统级排版通道，启动仅需 0.3 秒</a:t>
            </a:r>
          </a:p>
          <a:p>
            <a:r>
              <a:rPr lang="zh-CN" sz="1800"/>
              <a:t>• 五合一矩阵：原生打通 MD、TXT、XLSX、DOCX、PPTX 全格式生态</a:t>
            </a:r>
          </a:p>
          <a:p>
            <a:r>
              <a:rPr lang="zh-CN" sz="2000" b="1"/>
              <a:t>【核心亮点】: 小巧、纯粹、极速、无广告打扰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rPr lang="zh-CN" sz="3600" b="1"/>
              <a:t>Excel 表格与实时求和算盘</a:t>
            </a:r>
          </a:p>
          <a:p>
            <a:r>
              <a:rPr lang="zh-CN" sz="2000"/>
              <a:t>打工人对账与数据查阅的杀手级功能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p>
            <a:r>
              <a:rPr lang="zh-CN" sz="1800"/>
              <a:t>• 多 Sheet 自由切换，自适应列宽与行网格</a:t>
            </a:r>
          </a:p>
          <a:p>
            <a:r>
              <a:rPr lang="zh-CN" sz="1800"/>
              <a:t>• 鼠标任意框选多格，状态栏实时闪电汇总</a:t>
            </a:r>
          </a:p>
          <a:p>
            <a:r>
              <a:rPr lang="zh-CN" sz="1800"/>
              <a:t>• 支持选中计数 (COUNT)、数值求和 (SUM)、平均值 (AVG)、极值 (MIN/MAX)</a:t>
            </a:r>
          </a:p>
          <a:p>
            <a:r>
              <a:rPr lang="zh-CN" sz="1800"/>
              <a:t>• 无需等待 WPS 或 Excel 漫长启动，看一眼拉一下，用完即关</a:t>
            </a:r>
          </a:p>
          <a:p>
            <a:r>
              <a:rPr lang="zh-CN" sz="2000" b="1"/>
              <a:t>【核心亮点】: 数据处理快人一步，告别繁重操作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rPr lang="zh-CN" sz="3600" b="1"/>
              <a:t>纯文本与 Markdown 现代排版</a:t>
            </a:r>
          </a:p>
          <a:p>
            <a:r>
              <a:rPr lang="zh-CN" sz="2000"/>
              <a:t>文字阅读的极致美学与防乱码护航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p>
            <a:r>
              <a:rPr lang="zh-CN" sz="1800"/>
              <a:t>• 智能字符集嗅探：GBK、GB18030、BIG5 自动转码，杜绝中文字符乱码</a:t>
            </a:r>
          </a:p>
          <a:p>
            <a:r>
              <a:rPr lang="zh-CN" sz="1800"/>
              <a:t>• Markdown 沉浸阅读：代码语法高亮、快捷一键复制、层级标题目录</a:t>
            </a:r>
          </a:p>
          <a:p>
            <a:r>
              <a:rPr lang="zh-CN" sz="1800"/>
              <a:t>• 行号与字数实时统计，沉浸式极简无干扰界面</a:t>
            </a:r>
          </a:p>
          <a:p>
            <a:r>
              <a:rPr lang="zh-CN" sz="2000" b="1"/>
              <a:t>【核心亮点】: 像原生记事本一样轻快，拥有 Typora 般优雅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rPr lang="zh-CN" sz="3600" b="1"/>
              <a:t>架构蓝图与产品路线演进</a:t>
            </a:r>
          </a:p>
          <a:p>
            <a:r>
              <a:rPr lang="zh-CN" sz="2000"/>
              <a:t>专注轻量化效率工具矩阵的长期主义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p>
            <a:r>
              <a:rPr lang="zh-CN" sz="1800"/>
              <a:t>• Q4 2026: 完善 macOS 原生空格键 QuickLook 深度集成</a:t>
            </a:r>
          </a:p>
          <a:p>
            <a:r>
              <a:rPr lang="zh-CN" sz="1800"/>
              <a:t>• Q1 2027: 引入跨文件快速全文检索与最近打开历史聚合</a:t>
            </a:r>
          </a:p>
          <a:p>
            <a:r>
              <a:rPr lang="zh-CN" sz="1800"/>
              <a:t>• 保持克制：坚守零云端收集、零隐私上传、纯本地离线优先</a:t>
            </a:r>
          </a:p>
          <a:p>
            <a:r>
              <a:rPr lang="zh-CN" sz="2000" b="1"/>
              <a:t>【核心亮点】: 精于极简，致敬生产力</a:t>
            </a:r>
          </a:p>
        </p:txBody>
      </p:sp>
    </p:spTree>
  </p:cSld>
</p:sld>
</file>